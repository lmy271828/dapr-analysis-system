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3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26139" y="2286000"/>
            <a:ext cx="933941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情感图像生成</a:t>
            </a:r>
            <a:r>
              <a:rPr dirty="0"/>
              <a:t>：</a:t>
            </a:r>
            <a:endParaRPr lang="en-US" dirty="0"/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基于多模态分析的AI艺术表达系统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CCFF"/>
                </a:solidFill>
              </a:defRPr>
            </a:pPr>
            <a:r>
              <a:t>——以 DAPR「雨中人」绘画活动为媒介的情绪探索研究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●  绘画作为投射媒介：非语言表达方式能够外化内在感受与情绪，是心理投射理论的经典应用载体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t>●  从诊断到表达：传统「雨中人」(DAPR) 测验源于临床投射理论，本项目将其重新定位为表达性艺术媒介，剥离诊断框架，保留投射内核</a:t>
            </a:r>
          </a:p>
          <a:p>
            <a:pPr>
              <a:spcAft>
                <a:spcPts val="800"/>
              </a:spcAft>
              <a:defRPr sz="1800"/>
            </a:pPr>
            <a:r>
              <a:t>●  现有工具的交互缺口：多为一次性分析输出，缺乏稳定的人机交互闭环——无对话式追问、无用户选择反馈、无依据对话动态生成的条件图像</a:t>
            </a:r>
          </a:p>
          <a:p>
            <a:pPr>
              <a:spcAft>
                <a:spcPts val="800"/>
              </a:spcAft>
              <a:defRPr sz="1800"/>
            </a:pPr>
            <a:r>
              <a:t>●  LLM 带来的新可能：上下文理解能力使 LLM 能够依据访谈对话动态生成构图编辑(edit_prompt)与色彩风格(color_prompt)指令；用户从多变体中选择的行为本身，成为情绪投射的重要反馈数据</a:t>
            </a:r>
          </a:p>
          <a:p>
            <a:pPr>
              <a:spcAft>
                <a:spcPts val="800"/>
              </a:spcAft>
              <a:defRPr sz="1800"/>
            </a:pPr>
            <a:r>
              <a:t>●  核心问题：如何构建一个以投射理论为根基、以对话为方法、以用户选择为反馈、具备专门构造文档系统的可稳定交互情感图像生成系统？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5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一、研究思路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研究思路总览：从「诊断」到「表达」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●  以「雨中人」绘画活动为情感载体，将经典投射测验理论转化为表达性艺术媒介</a:t>
            </a:r>
            <a:endParaRPr dirty="0"/>
          </a:p>
          <a:p>
            <a:pPr>
              <a:spcAft>
                <a:spcPts val="800"/>
              </a:spcAft>
              <a:defRPr sz="1800"/>
            </a:pPr>
            <a:r>
              <a:t>●  绘画采集与过程记录：捕捉绘画成品、面部表情与绘制过程，为后续分析提供素材</a:t>
            </a:r>
          </a:p>
          <a:p>
            <a:pPr>
              <a:spcAft>
                <a:spcPts val="800"/>
              </a:spcAft>
              <a:defRPr sz="1800"/>
            </a:pPr>
            <a:r>
              <a:t>●  端侧分析保障隐私：本地VLM处理原始敏感数据，云端LLM仅接收文字摘要</a:t>
            </a:r>
          </a:p>
          <a:p>
            <a:pPr>
              <a:spcAft>
                <a:spcPts val="800"/>
              </a:spcAft>
              <a:defRPr sz="1800"/>
            </a:pPr>
            <a:r>
              <a:t>●  专门构造的文档系统：分层知识库（理论框架/形式元素/伦理护栏/文化语境）按用户画像与会话阶段动态注入LLM提示词</a:t>
            </a:r>
          </a:p>
          <a:p>
            <a:pPr>
              <a:spcAft>
                <a:spcPts val="800"/>
              </a:spcAft>
              <a:defRPr sz="1800"/>
            </a:pPr>
            <a:r>
              <a:t>●  对话驱动的情感图像生成：基于投射理论与访谈对话，LLM自动生成构图编辑(edit_prompt)与色彩风格(color_prompt)指令</a:t>
            </a:r>
          </a:p>
          <a:p>
            <a:pPr>
              <a:spcAft>
                <a:spcPts val="800"/>
              </a:spcAft>
              <a:defRPr sz="1800"/>
            </a:pPr>
            <a:r>
              <a:t>●  交互闭环：用户从3个艺术变体中选择最贴合心境的一幅，选择行为本身即为情绪投射反馈，驱动后续深度访谈与报告生成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i="1">
                <a:solidFill>
                  <a:srgbClr val="5A6A7A"/>
                </a:solidFill>
              </a:defRPr>
            </a:pPr>
            <a:r>
              <a:t>核心设计理念：以投射理论为根基，以用户选择为反馈，以对话为探索方法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研究思路：多模态情感感知与分析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输入模态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绘画成品图像：人物姿态、雨的表现、防护装备、环境元素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摄像头视频：绘画时的面部表情变化、专注度、情绪波动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屏幕录制视频：绘画过程、笔触节奏、修改痕迹、绘制顺序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用户画像：年龄段、性别，用于发展性特征校准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25CE8"/>
                </a:solidFill>
              </a:defRPr>
            </a:pPr>
            <a:r>
              <a:t>分析维度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画面氛围元素观察：雨量、云层、闪电、地面/积水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人物表现观察：完整性、姿态、表情、大小与位置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防护与伴随元素：伞/雨衣/屋檐、同伴/动物、积极元素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过程观察：绘画顺序、节奏、涂改痕迹、线条特征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研究思路：对话驱动的情感图像生成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●  基于访谈对话与绘画分析，LLM依据心理投射理论生成3个不同情感方向的图像编辑与上色指令</a:t>
            </a:r>
          </a:p>
          <a:p>
            <a:pPr>
              <a:spcAft>
                <a:spcPts val="800"/>
              </a:spcAft>
              <a:defRPr sz="1800"/>
            </a:pPr>
            <a:r>
              <a:t>●  每个变体包含：edit_prompt（构图编辑指令，如「添加透明伞、保留人物比例」）+ color_prompt（色彩风格指令，如「暖琥珀色调、柔和高光」）</a:t>
            </a:r>
          </a:p>
          <a:p>
            <a:pPr>
              <a:spcAft>
                <a:spcPts val="800"/>
              </a:spcAft>
              <a:defRPr sz="1800"/>
            </a:pPr>
            <a:r>
              <a:t>●  用户从3个变体中选择最贴合心境的一幅，选择行为本身是情绪投射的重要反馈数据，驱动后续深度访谈</a:t>
            </a:r>
          </a:p>
          <a:p>
            <a:pPr>
              <a:spcAft>
                <a:spcPts val="800"/>
              </a:spcAft>
              <a:defRPr sz="1800"/>
            </a:pPr>
            <a:r>
              <a:t>●  最终基于用户选择 + 访谈对话生成个性化艺术创作反馈报告，形成「分析→生成→选择→反馈」完整闭环</a:t>
            </a:r>
          </a:p>
          <a:p>
            <a:pPr>
              <a:spcAft>
                <a:spcPts val="800"/>
              </a:spcAft>
              <a:defRPr sz="1800"/>
            </a:pPr>
            <a:r>
              <a:t>●  图像生成引擎：FLUX.2 Klein 4B + ComfyUI，本地GPU推理，保障隐私与响应速度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5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二、研究方法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系统架构：双模型安全隔离设计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本地 VLM 层（Qwen3.5 2B AWQ INT4）：处理敏感多模态数据（图像/视频），显存占用仅 ~2.3GB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云端 LLM 层（Kimi-K2.5）：处理纯文字任务（访谈对话、报告生成、问题生成），不接触原始图像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安全隔离原则：原始绘画/视频仅在本地处理，上传云端的仅为文字分析摘要，实现隐私零泄露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Agent 编排层：Tool Registry + Plan Engine + Orchestrator，支持失败恢复与执行追踪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实时通信层：FastAPI + WebSocket，流式推送分析过程与生成进度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关键技术：约束解码与结构化输出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rPr dirty="0" err="1"/>
              <a:t>问题挑战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dirty="0" err="1"/>
              <a:t>模型输出</a:t>
            </a:r>
            <a:r>
              <a:rPr dirty="0"/>
              <a:t> Markdown </a:t>
            </a:r>
            <a:r>
              <a:rPr dirty="0" err="1"/>
              <a:t>代码块包裹</a:t>
            </a:r>
            <a:r>
              <a:rPr dirty="0"/>
              <a:t>（```</a:t>
            </a:r>
            <a:r>
              <a:rPr dirty="0" err="1"/>
              <a:t>json</a:t>
            </a:r>
            <a:r>
              <a:rPr dirty="0"/>
              <a:t>）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dirty="0" err="1"/>
              <a:t>字段名拼写错误、字符串未闭合、括号不匹配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dirty="0" err="1"/>
              <a:t>前后缀解释文字污染</a:t>
            </a:r>
            <a:r>
              <a:rPr dirty="0"/>
              <a:t> JSON </a:t>
            </a:r>
            <a:r>
              <a:rPr dirty="0" err="1"/>
              <a:t>结构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dirty="0" err="1"/>
              <a:t>传统正则清理无法保证</a:t>
            </a:r>
            <a:r>
              <a:rPr dirty="0"/>
              <a:t> 100% </a:t>
            </a:r>
            <a:r>
              <a:rPr dirty="0" err="1"/>
              <a:t>合法</a:t>
            </a:r>
            <a:r>
              <a:rPr dirty="0"/>
              <a:t>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25CE8"/>
                </a:solidFill>
              </a:defRPr>
            </a:pPr>
            <a:r>
              <a:t>解决方案：lm-format-enforcer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在 model.generate() 中注入 LogitsProcessor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基于 JSON Schema 的有限状态机（FSM）过滤 logits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每次采样只允许合法的下一个 token，从源头杜绝语法错误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与 transformers 无缝集成，显存开销 ≈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关键技术：端侧VLM显存优化策略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图像预处理：强制限制最长边 448px，将 1920×1080 的 ~8,100 patch tokens 降至 ~784，节省显存 90%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视频帧控制：均匀提取 10 帧（去掉首尾），配合像素预算限制（video_max_pixels=4M）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输出长度限制：分析/问答 max_new_tokens=512，降低峰值显存与推理时间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推理后清理：del 中间张量 + torch.cuda.empty_cache()，立即释放激活值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可选 KV Cache 量化：HQQ/Quanto INT8，长序列场景下进一步降低显存占用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5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三、实施方案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实施方案：技术栈与工具链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后端框架：FastAPI</a:t>
            </a:r>
            <a:r>
              <a:rPr dirty="0"/>
              <a:t> + Python 3.12 + WebSocket </a:t>
            </a:r>
            <a:r>
              <a:rPr dirty="0" err="1"/>
              <a:t>实时推送</a:t>
            </a:r>
            <a:r>
              <a:rPr dirty="0"/>
              <a:t> + </a:t>
            </a:r>
            <a:r>
              <a:rPr dirty="0" err="1"/>
              <a:t>aiohttp</a:t>
            </a:r>
            <a:r>
              <a:rPr dirty="0"/>
              <a:t> </a:t>
            </a:r>
            <a:r>
              <a:rPr dirty="0" err="1"/>
              <a:t>异步连接池</a:t>
            </a: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本地VLM：Qwen3.5 2B AWQ INT4（~2.3GB权重），bf16推理，支持图像+视频原生输入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云端LLM：Kimi（Moonshot</a:t>
            </a:r>
            <a:r>
              <a:rPr dirty="0"/>
              <a:t> AI），</a:t>
            </a:r>
            <a:r>
              <a:rPr dirty="0" err="1"/>
              <a:t>max_tokens</a:t>
            </a:r>
            <a:r>
              <a:rPr dirty="0"/>
              <a:t>=4096，temperature=1.0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图像生成：FLUX.2 Klein 4B NVFP4 + ComfyUI工作流，0.5MP分辨率，异步批处理+并行轮询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前端：Vanilla</a:t>
            </a:r>
            <a:r>
              <a:rPr dirty="0"/>
              <a:t> JS + Canvas API（850×1100标准画布）+ </a:t>
            </a:r>
            <a:r>
              <a:rPr dirty="0" err="1"/>
              <a:t>MediaRecorder</a:t>
            </a:r>
            <a:r>
              <a:rPr dirty="0"/>
              <a:t> </a:t>
            </a:r>
            <a:r>
              <a:rPr dirty="0" err="1"/>
              <a:t>API（双视频录制</a:t>
            </a:r>
            <a:r>
              <a:rPr dirty="0"/>
              <a:t>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数据存储：SQLite</a:t>
            </a:r>
            <a:r>
              <a:rPr dirty="0"/>
              <a:t> + </a:t>
            </a:r>
            <a:r>
              <a:rPr dirty="0" err="1"/>
              <a:t>SQLAlchemy</a:t>
            </a:r>
            <a:r>
              <a:rPr dirty="0"/>
              <a:t> </a:t>
            </a:r>
            <a:r>
              <a:rPr dirty="0" err="1"/>
              <a:t>ORM，敏感字段（回答</a:t>
            </a:r>
            <a:r>
              <a:rPr dirty="0"/>
              <a:t>/</a:t>
            </a:r>
            <a:r>
              <a:rPr dirty="0" err="1"/>
              <a:t>视频路径）Fernet对称加密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实施方案：Agent 工作流与会话状态机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会话状态：GUIDANCE（引导）→ PERMISSION（授权）→ DRAWING（绘画）→ ANALYZING（分析）→ QUESTIONING（访谈）→ SELECTING（选图）→ FINALIZING（报告）→ COMPLETE（完成）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5个核心 Tool：AnalyzeDrawingTool（流式分析）、GenerateImageTool（异步生图）、AskFollowUpTool（深入提问）、GenerateReportTool（最终报告）、NotifyUserTool（状态推送）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自主访谈 Agent：MAX_TURNS=8 / MIN_TURNS=2，LLM动态评估信息充分性，生成追问或进入图像生成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Plan Engine：有序 Step 执行，支持指数退避重试、错误恢复、执行进度追踪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数据持久化：会话状态、Agent状态、对话历史全部持久化，页面刷新后可完整恢复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实施方案：情感图像生成管线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ComfyUI 工作流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输入：用户原始绘画 + 编辑指令 + 色彩风格指令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LoadImage → ImageScaleToTotalPixels(0.5MP)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FLUX.2 Klein 4B NVFP4 条件扩散生成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后台预热：首次调用前用真实绘画预热模型，避免冷启动延迟</a:t>
            </a:r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t>• 异步批处理：3个变体一次性入队，并行轮询结果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25CE8"/>
                </a:solidFill>
              </a:defRPr>
            </a:pPr>
            <a:r>
              <a:rPr dirty="0" err="1"/>
              <a:t>生成策略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变体1「温暖庇护」：</a:t>
            </a:r>
            <a:r>
              <a:rPr dirty="0" err="1"/>
              <a:t>添加透明伞、柔和暖色高光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变体2「雨中希望」：</a:t>
            </a:r>
            <a:r>
              <a:rPr dirty="0" err="1"/>
              <a:t>云层边缘透光、地面反光、清新绿点缀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变体3「宁静平衡」：</a:t>
            </a:r>
            <a:r>
              <a:rPr dirty="0" err="1"/>
              <a:t>规律雨距、实用雨衣细节、中性灰蓝调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2C3E50"/>
                </a:solidFill>
              </a:defRPr>
            </a:pPr>
            <a:r>
              <a:rPr dirty="0"/>
              <a:t>• </a:t>
            </a:r>
            <a:r>
              <a:rPr dirty="0" err="1"/>
              <a:t>核心原则：保留原始构图与人物比例，最小化编辑，不</a:t>
            </a:r>
            <a:r>
              <a:rPr dirty="0"/>
              <a:t> redraw </a:t>
            </a:r>
            <a:r>
              <a:rPr dirty="0" err="1"/>
              <a:t>场景</a:t>
            </a:r>
            <a:r>
              <a:rPr lang="en-US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实施方案：可稳定交互的工程与文档系统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●  专门构造的文档系统：dapr_knowledge_base/ 按主题分层（理论框架、形式元素、伦理护栏、文化语境），根据用户画像（年龄/文化）动态聚焦注入提示词</a:t>
            </a:r>
          </a:p>
          <a:p>
            <a:pPr>
              <a:spcAft>
                <a:spcPts val="800"/>
              </a:spcAft>
              <a:defRPr sz="1800"/>
            </a:pPr>
            <a:r>
              <a:t>●  Schema 冻结与契约验证：嵌套JSON Schema固定分析输出结构，lm-format-enforcer约束解码保障合法JSON，parser层兜底修复</a:t>
            </a:r>
          </a:p>
          <a:p>
            <a:pPr>
              <a:spcAft>
                <a:spcPts val="800"/>
              </a:spcAft>
              <a:defRPr sz="1800"/>
            </a:pPr>
            <a:r>
              <a:t>●  访谈Agent加固：MAX_TURNS=8轮状态机，3次变体生成尝试 + json_schema严格校验 + repair + 兜底，确保输出稳定性</a:t>
            </a:r>
          </a:p>
          <a:p>
            <a:pPr>
              <a:spcAft>
                <a:spcPts val="800"/>
              </a:spcAft>
              <a:defRPr sz="1800"/>
            </a:pPr>
            <a:r>
              <a:t>●  Prompt 工程系统化：分析/访谈/生成三阶段独立维护，edit_prompt与color_prompt分离注入，强化语义边界</a:t>
            </a:r>
          </a:p>
          <a:p>
            <a:pPr>
              <a:spcAft>
                <a:spcPts val="800"/>
              </a:spcAft>
              <a:defRPr sz="1800"/>
            </a:pPr>
            <a:r>
              <a:t>●  伦理护栏内嵌化：禁用词汇黑名单、发展性校准、文化敏感性作为知识库模块融入系统，而非事后免责声明</a:t>
            </a:r>
          </a:p>
          <a:p>
            <a:pPr>
              <a:spcAft>
                <a:spcPts val="800"/>
              </a:spcAft>
              <a:defRPr sz="1800"/>
            </a:pPr>
            <a:r>
              <a:t>●  去临床化设计：系统角色定位为「艺术表达引导伙伴」，禁止病理化解读与风险评分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5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四、成果与应用前景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研究成果与系统能力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完整的端到端系统：从绘画采集</a:t>
            </a:r>
            <a:r>
              <a:rPr dirty="0"/>
              <a:t> → </a:t>
            </a:r>
            <a:r>
              <a:rPr dirty="0" err="1"/>
              <a:t>多模态分析</a:t>
            </a:r>
            <a:r>
              <a:rPr dirty="0"/>
              <a:t> → </a:t>
            </a:r>
            <a:r>
              <a:rPr dirty="0" err="1"/>
              <a:t>自主访谈</a:t>
            </a:r>
            <a:r>
              <a:rPr dirty="0"/>
              <a:t> → </a:t>
            </a:r>
            <a:r>
              <a:rPr dirty="0" err="1"/>
              <a:t>情感图像生成</a:t>
            </a:r>
            <a:r>
              <a:rPr dirty="0"/>
              <a:t> → </a:t>
            </a:r>
            <a:r>
              <a:rPr dirty="0" err="1"/>
              <a:t>艺术反馈报告</a:t>
            </a: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双模型安全架构落地：本地Qwen3.5 VLM + 云端Kimi-K2.5 </a:t>
            </a:r>
            <a:r>
              <a:rPr dirty="0" err="1"/>
              <a:t>LLM，原始敏感数据零上云</a:t>
            </a: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100%结构化输出保障：lm-format-enforcer约束解码，彻底消除JSON格式崩坏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端侧推理优化：RTX</a:t>
            </a:r>
            <a:r>
              <a:rPr dirty="0"/>
              <a:t> 5060 8GB笔记本GPU即可流畅运行VLM分析+FLUX.2图像生成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Agent架构重构完成：Tool</a:t>
            </a:r>
            <a:r>
              <a:rPr dirty="0"/>
              <a:t> Registry + Plan Engine + </a:t>
            </a:r>
            <a:r>
              <a:rPr dirty="0" err="1"/>
              <a:t>Orchestrator，支持失败恢复与状态持久化</a:t>
            </a:r>
            <a:endParaRPr dirty="0"/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●  </a:t>
            </a:r>
            <a:r>
              <a:rPr dirty="0" err="1"/>
              <a:t>伦理合规整改完成：系统从「临床诊断工具」成功转型为「情绪表达艺术伙伴</a:t>
            </a:r>
            <a:r>
              <a:rPr dirty="0"/>
              <a:t>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35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/>
            </a:pPr>
            <a:r>
              <a:t>• 投射理论驱动的情感图像生成：LLM依据访谈对话生成edit_prompt+color_prompt，FLUX.2条件扩散实现构图保留与情感渲染</a:t>
            </a:r>
          </a:p>
          <a:p>
            <a:pPr>
              <a:spcAft>
                <a:spcPts val="600"/>
              </a:spcAft>
              <a:defRPr sz="1800"/>
            </a:pPr>
            <a:r>
              <a:t>• 约束解码与Schema冻结：嵌套JSON Schema + lm-format-enforcer + parser兜底，三层保障结构化输出稳定性</a:t>
            </a:r>
          </a:p>
          <a:p>
            <a:pPr>
              <a:spcAft>
                <a:spcPts val="600"/>
              </a:spcAft>
              <a:defRPr sz="1800"/>
            </a:pPr>
            <a:r>
              <a:t>• 端侧VLM显存优化：resize+帧控制+像素预算，分析完成后自动卸载，释放显存给图像生成</a:t>
            </a:r>
          </a:p>
          <a:p>
            <a:pPr>
              <a:spcAft>
                <a:spcPts val="600"/>
              </a:spcAft>
              <a:defRPr sz="1800"/>
            </a:pPr>
            <a:r>
              <a:t>• 异步批处理图像生成：3变体一次性入队，并行轮询，后台预热消除冷启动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25CE8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/>
            </a:pPr>
            <a:r>
              <a:t>• 投射理论为根基的情感探索：以绘画为投射媒介，以选择为反馈信号，以对话为探索方法</a:t>
            </a:r>
          </a:p>
          <a:p>
            <a:pPr>
              <a:spcAft>
                <a:spcPts val="600"/>
              </a:spcAft>
              <a:defRPr sz="1800"/>
            </a:pPr>
            <a:r>
              <a:t>• 自主对话式访谈Agent替代固定问卷：根据用户画像动态注入知识库，实现个性化追问</a:t>
            </a:r>
          </a:p>
          <a:p>
            <a:pPr>
              <a:spcAft>
                <a:spcPts val="600"/>
              </a:spcAft>
              <a:defRPr sz="1800"/>
            </a:pPr>
            <a:r>
              <a:t>• 用户选择行为作为核心反馈：记录选择顺序、犹豫指标，成为情绪探索的重要数据来源</a:t>
            </a:r>
          </a:p>
          <a:p>
            <a:pPr>
              <a:spcAft>
                <a:spcPts val="600"/>
              </a:spcAft>
              <a:defRPr sz="1800"/>
            </a:pPr>
            <a:r>
              <a:t>• 情感条件图像生成闭环：分析→生成→选择→反馈，每次选择都深化自我觉察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应用前景与未来方向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数字艺术治疗辅助：为表达性艺术治疗师提供AI辅助工具，增强治疗过程的互动性与可视化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心理健康教育：在学校、社区开展情绪觉察工作坊，以绘画为媒介帮助青少年认识与表达情绪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心理健康筛查辅助（非诊断）：作为初筛工具，识别需要专业关注的个体，引导其寻求专业帮助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个性化数字艺术创作：基于用户情绪状态生成专属艺术图像，应用于数字藏品、社交头像等场景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●  未来方向：情感条件ControlNet（笔触风格控制）、反馈闭环优化（用户评价→模型迭代）、多语言跨文化适配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●  本项目构建了基于「雨中人」绘画活动的AI情绪探索与艺术表达系统</a:t>
            </a:r>
          </a:p>
          <a:p>
            <a:pPr>
              <a:spcAft>
                <a:spcPts val="800"/>
              </a:spcAft>
              <a:defRPr sz="1800"/>
            </a:pPr>
            <a:r>
              <a:t>●  核心贡献：以心理投射理论为设计根基，构建了「对话→生成→选择→反馈」的完整交互闭环，用户选择行为成为情绪探索的关键数据</a:t>
            </a:r>
          </a:p>
          <a:p>
            <a:pPr>
              <a:spcAft>
                <a:spcPts val="800"/>
              </a:spcAft>
              <a:defRPr sz="1800"/>
            </a:pPr>
            <a:r>
              <a:t>●  技术特色：专门构造的分层知识库 + Schema冻结与约束解码 + 对话驱动的条件图像生成</a:t>
            </a:r>
          </a:p>
          <a:p>
            <a:pPr>
              <a:spcAft>
                <a:spcPts val="800"/>
              </a:spcAft>
              <a:defRPr sz="1800"/>
            </a:pPr>
            <a:r>
              <a:t>●  应用价值：为数字艺术治疗、心理健康教育、个性化艺术创作提供了可落地的技术方案</a:t>
            </a:r>
          </a:p>
          <a:p>
            <a:pPr>
              <a:spcAft>
                <a:spcPts val="800"/>
              </a:spcAft>
              <a:defRPr sz="1800"/>
            </a:pPr>
            <a:r>
              <a:t>●  开源与扩展：系统采用模块化Agent架构，支持工具扩展、Plan自定义、模型替换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CCFF"/>
                </a:solidFill>
              </a:defRPr>
            </a:pPr>
            <a:r>
              <a:t>欢迎批评与指正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1247</Words>
  <Application>Microsoft Office PowerPoint</Application>
  <PresentationFormat>宽屏</PresentationFormat>
  <Paragraphs>125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沐阳 李</cp:lastModifiedBy>
  <cp:revision>10</cp:revision>
  <dcterms:created xsi:type="dcterms:W3CDTF">2013-01-27T09:14:16Z</dcterms:created>
  <dcterms:modified xsi:type="dcterms:W3CDTF">2026-05-17T06:36:39Z</dcterms:modified>
  <cp:category/>
</cp:coreProperties>
</file>